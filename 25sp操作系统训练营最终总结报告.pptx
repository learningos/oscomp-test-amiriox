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BIZ UDMincho Medium" panose="02020500000000000000" pitchFamily="17" charset="-128"/>
      <p:regular r:id="rId8"/>
    </p:embeddedFont>
    <p:embeddedFont>
      <p:font typeface="等线" panose="02010600030101010101" pitchFamily="2" charset="-122"/>
      <p:regular r:id="rId9"/>
      <p:bold r:id="rId10"/>
    </p:embeddedFont>
    <p:embeddedFont>
      <p:font typeface="等线 Light" panose="02010600030101010101" pitchFamily="2" charset="-122"/>
      <p:regular r:id="rId11"/>
    </p:embeddedFont>
    <p:embeddedFont>
      <p:font typeface="黑体" panose="02010609060101010101" pitchFamily="49" charset="-122"/>
      <p:regular r:id="rId12"/>
    </p:embeddedFont>
    <p:embeddedFont>
      <p:font typeface="华文中宋" panose="02010600040101010101" pitchFamily="2" charset="-122"/>
      <p:regular r:id="rId13"/>
    </p:embeddedFont>
    <p:embeddedFont>
      <p:font typeface="霞鹜文楷" panose="02020500000000000000" pitchFamily="18" charset="-122"/>
      <p:regular r:id="rId14"/>
    </p:embeddedFont>
    <p:embeddedFont>
      <p:font typeface="Cascadia Code Light" panose="020B0609020000020004" pitchFamily="49" charset="0"/>
      <p:regular r:id="rId15"/>
      <p:italic r:id="rId1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22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482D5-905E-5FF9-DF1A-3459C38EE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01039C-B329-7149-253E-F0BBECA7A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95F2B6-5F77-A742-069E-348C131F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5630-7018-4A6F-A24E-329CF9778632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9FCA5C-7D91-9E4A-C34E-5E60D69D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FC48D5-8E61-7598-A6EC-94D191AF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1698-1206-41E2-980B-ED9094D96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944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601B9-B7E9-3D3F-477A-19F512D3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F2662B-A0C6-161F-A34F-728E95820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2AE256-B7F7-852F-0FA8-4746BCEC2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5630-7018-4A6F-A24E-329CF9778632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AD66DC-EF7C-C05D-C2C1-EE887A6B7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125F16-1DE7-3571-004E-C0FFD25DF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1698-1206-41E2-980B-ED9094D96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55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AFC2F-DBF6-725F-4112-DCD15841B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213AC0-EE6E-69E6-75CC-FA8EB3AE1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E291C3-9D62-0115-0D1A-555430E93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5630-7018-4A6F-A24E-329CF9778632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3B5D8E-D953-82B5-DB9B-BD63BD756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546A34-F09B-1CD2-C4A5-8A8913D4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1698-1206-41E2-980B-ED9094D96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10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E4951D-929C-8E49-83BA-6BF4CB5C3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B385FA-42BF-E04D-8691-49CDBE78E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E5E32D-3AF1-32F2-F564-182CC5ACC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684B0D-55C3-EA21-59C9-6606C4C1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5630-7018-4A6F-A24E-329CF9778632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268F76-773F-D162-FA75-8D76EBE9F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04775F-07CE-82DF-2E0E-D1E19B5A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1698-1206-41E2-980B-ED9094D96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5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8B622-0B44-3412-12BB-1453E9E24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A6C941-1E21-1C65-BCB2-0CD25D562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170D25-5108-A295-74C8-7FCCB6C0F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611DA4-20E5-1EEE-4DFB-ABF6B66E3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20F6F7C-56D0-474D-785C-B646DD338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7B63B5-1F32-00B6-A4D3-31DE0F75E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5630-7018-4A6F-A24E-329CF9778632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1B4DB6E-F7AE-42DF-3880-D3A96285B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240FFA-FAF2-DBE9-8150-A0D97A87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1698-1206-41E2-980B-ED9094D96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5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46099-54AF-615E-0916-A561F2FE0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F006F1-887E-ACFC-3AAA-ACB7EC32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5630-7018-4A6F-A24E-329CF9778632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4696B8-2F47-6EE4-47FD-BF89BDBB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B24B85-27EA-85DE-FA84-9E92BC3F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1698-1206-41E2-980B-ED9094D96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708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927316-9726-5B13-2E3C-7CC551A3A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5630-7018-4A6F-A24E-329CF9778632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B8645D-351C-FE6E-5986-0331D2F2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F93D0F-651E-4C42-3C8D-250030AD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1698-1206-41E2-980B-ED9094D96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088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71E2A-18D1-049B-9666-9C55B3713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6BCB2-2E0E-206C-F6D4-3DCEB9903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17D4C6-C783-FDBD-A27D-B7B9BFAF9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766C89-FEFB-AA83-5C7B-3F858143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5630-7018-4A6F-A24E-329CF9778632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83E701-861A-A4D2-077F-F762BD4F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57A46B-F06A-1F9F-64DB-51E7712E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1698-1206-41E2-980B-ED9094D96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7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F621A-73D9-6425-C15B-310DE59D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0F00D8-C763-DEB0-3498-8EB053D5E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AE9EF1-27E7-7441-B3F5-20FC45304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5D326D-F6AF-3F78-7298-FA3DE3CE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5630-7018-4A6F-A24E-329CF9778632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8CCADF-5150-02E9-8CED-BCC7E86BE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985614-3215-5A72-C6A0-E063ABB2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1698-1206-41E2-980B-ED9094D96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92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7F489-E3BD-2E1A-B3E4-81737676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C31A5D-4D9A-D2FF-FA66-A8D28DEDF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FE33DD-4AC2-CEAA-DD02-E7F08FC9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5630-7018-4A6F-A24E-329CF9778632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477265-5B58-D333-1438-DACDCDB7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EA1476-D31A-7906-14AE-F8931E08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1698-1206-41E2-980B-ED9094D96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07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F03861-846A-62B9-DB47-259D17C180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CF4369-97AC-72D1-6FEE-8C00421ED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ABB31A-6731-AEFA-FD19-84986524A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75630-7018-4A6F-A24E-329CF9778632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2115AA-8320-6080-C6AE-4CC9207B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5AF1D8-B565-67A4-BA90-F8C186E2D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1698-1206-41E2-980B-ED9094D96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461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564C10-AC4F-5579-9F4A-FF1182667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9C5A42-BE27-E0C0-FA1B-05919FEF4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47BBF1-5289-A711-4257-89BFA8C2E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75630-7018-4A6F-A24E-329CF9778632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52D62D-0451-4F98-1F8B-3252F782B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F49155-2ED8-C99D-C62D-3B03977DE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91698-1206-41E2-980B-ED9094D96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25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zheya.cc/2025/03/26/rCore_learn/#mor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zheya.cc/2025/04/19/arceos_learn/#mor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zheya.cc/2025/06/21/25sp%E6%93%8D%E4%BD%9C%E7%B3%BB%E7%BB%9F%E8%AE%AD%E7%BB%83%E8%90%A5%E5%9B%9B%E9%98%B6%E6%AE%B5%E6%8A%A5%E5%91%8A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F8540-A1D3-29DE-94B7-8C076094C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13" y="868362"/>
            <a:ext cx="12005387" cy="2387600"/>
          </a:xfrm>
        </p:spPr>
        <p:txBody>
          <a:bodyPr/>
          <a:lstStyle/>
          <a:p>
            <a:r>
              <a:rPr lang="zh-CN" altLang="en-US" b="1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操作系统训练营：我的收获与思考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0D354D-901F-90EA-5CFA-28B288F9D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2275"/>
            <a:ext cx="9144000" cy="1655762"/>
          </a:xfrm>
        </p:spPr>
        <p:txBody>
          <a:bodyPr/>
          <a:lstStyle/>
          <a:p>
            <a:pPr algn="l">
              <a:buNone/>
            </a:pPr>
            <a:r>
              <a:rPr lang="en-US" altLang="zh-CN" b="1" dirty="0">
                <a:solidFill>
                  <a:srgbClr val="8458D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b="1" i="0" dirty="0">
                <a:solidFill>
                  <a:srgbClr val="8458DC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2025 </a:t>
            </a:r>
            <a:r>
              <a:rPr lang="zh-CN" altLang="en-US" b="1" i="0" dirty="0">
                <a:solidFill>
                  <a:srgbClr val="8458DC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春夏季开源操作系统训练营 最终结营总结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4B76EE-F55B-8F35-0FF8-7650E936B6DF}"/>
              </a:ext>
            </a:extLst>
          </p:cNvPr>
          <p:cNvSpPr txBox="1"/>
          <p:nvPr/>
        </p:nvSpPr>
        <p:spPr>
          <a:xfrm>
            <a:off x="9280849" y="55299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刘孟阳</a:t>
            </a:r>
          </a:p>
        </p:txBody>
      </p:sp>
    </p:spTree>
    <p:extLst>
      <p:ext uri="{BB962C8B-B14F-4D97-AF65-F5344CB8AC3E}">
        <p14:creationId xmlns:p14="http://schemas.microsoft.com/office/powerpoint/2010/main" val="244655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3115A-DF6E-76A0-0AE5-87302528D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一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心得概括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7FD48E-2D03-487F-C088-30AA41DBD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1.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经过二阶段的 </a:t>
            </a:r>
            <a:r>
              <a:rPr lang="en-US" altLang="zh-CN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rCore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文档的捶打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,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大致掌握了操作系统中核心的内容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: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任务调度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/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地址空间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/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文件系统等概念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,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并在 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lab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中实际检验了自己是否理解了这些概念以及 </a:t>
            </a:r>
            <a:r>
              <a:rPr lang="en-US" altLang="zh-CN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rCore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的实现</a:t>
            </a:r>
            <a:endParaRPr lang="en-US" altLang="zh-CN" dirty="0">
              <a:latin typeface="BIZ UDMincho Medium" panose="02020500000000000000" pitchFamily="17" charset="-128"/>
              <a:ea typeface="BIZ UDMincho Medium" panose="02020500000000000000" pitchFamily="17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DC9A67-381A-112B-C26F-62AD5ED824B2}"/>
              </a:ext>
            </a:extLst>
          </p:cNvPr>
          <p:cNvSpPr txBox="1"/>
          <p:nvPr/>
        </p:nvSpPr>
        <p:spPr>
          <a:xfrm>
            <a:off x="1144555" y="3930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二阶段总结 </a:t>
            </a:r>
            <a:r>
              <a:rPr lang="en-US" altLang="zh-CN" dirty="0">
                <a:hlinkClick r:id="rId2"/>
              </a:rPr>
              <a:t>Blog: </a:t>
            </a:r>
            <a:r>
              <a:rPr lang="zh-CN" altLang="en-US" dirty="0">
                <a:hlinkClick r:id="rId2"/>
              </a:rPr>
              <a:t>一条操作系统的使命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4957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7AF02-2628-0687-7282-F8835480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一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心得概括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0FCB01-7653-D452-8329-18287E4CB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2.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在三阶段课程中了解了一些较为创新的概念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(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如 </a:t>
            </a:r>
            <a:r>
              <a:rPr lang="en-US" altLang="zh-CN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Unikernel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,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组件化操作系统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),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 切身感受到操作系统领域是随需求发展的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;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同时在阅读 </a:t>
            </a:r>
            <a:r>
              <a:rPr lang="en-US" altLang="zh-CN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ArceOS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 更符合工程实践、更 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rusty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的代码中了解到了一些只学过是什么但不知道什么时候用的 </a:t>
            </a:r>
            <a:r>
              <a:rPr lang="en-US" altLang="zh-CN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Rust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特性</a:t>
            </a:r>
            <a:endParaRPr lang="en-US" altLang="zh-CN" dirty="0">
              <a:latin typeface="BIZ UDMincho Medium" panose="02020500000000000000" pitchFamily="17" charset="-128"/>
              <a:ea typeface="BIZ UDMincho Medium" panose="02020500000000000000" pitchFamily="17" charset="-128"/>
            </a:endParaRPr>
          </a:p>
          <a:p>
            <a:endParaRPr lang="zh-CN" altLang="en-US" dirty="0">
              <a:latin typeface="BIZ UDMincho Medium" panose="02020500000000000000" pitchFamily="17" charset="-128"/>
              <a:ea typeface="BIZ UDMincho Medium" panose="02020500000000000000" pitchFamily="17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F25FE8-742D-5B18-669A-B9E1D572ADB9}"/>
              </a:ext>
            </a:extLst>
          </p:cNvPr>
          <p:cNvSpPr txBox="1"/>
          <p:nvPr/>
        </p:nvSpPr>
        <p:spPr>
          <a:xfrm>
            <a:off x="1331167" y="45646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三阶段总结 </a:t>
            </a:r>
            <a:r>
              <a:rPr lang="en-US" altLang="zh-CN" dirty="0">
                <a:hlinkClick r:id="rId2"/>
              </a:rPr>
              <a:t>Blog: </a:t>
            </a:r>
            <a:r>
              <a:rPr lang="zh-CN" altLang="en-US" dirty="0">
                <a:hlinkClick r:id="rId2"/>
              </a:rPr>
              <a:t>组件化操作系统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2460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C83B0-C792-E37C-31B7-2A103041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09E19-5D9D-533E-7B00-1C5D309B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一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心得概括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A28A34-9993-D6D9-CE53-52C286909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3.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在四阶段课程中参与到实际项目中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(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虽然限于能力和时间并没有能做到什么重要工作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),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以某种较为参观的视角知道了实际的项目开发过程是怎样的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,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同时在对内核测例的支持中了解了 </a:t>
            </a:r>
            <a:r>
              <a:rPr lang="en-US" altLang="zh-CN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POSIX </a:t>
            </a:r>
            <a:r>
              <a:rPr lang="zh-CN" altLang="en-US" dirty="0">
                <a:latin typeface="BIZ UDMincho Medium" panose="02020500000000000000" pitchFamily="17" charset="-128"/>
                <a:ea typeface="BIZ UDMincho Medium" panose="02020500000000000000" pitchFamily="17" charset="-128"/>
              </a:rPr>
              <a:t>标准及其对内核功能与系统调用的要求</a:t>
            </a:r>
            <a:endParaRPr lang="en-US" altLang="zh-CN" dirty="0">
              <a:latin typeface="BIZ UDMincho Medium" panose="02020500000000000000" pitchFamily="17" charset="-128"/>
              <a:ea typeface="BIZ UDMincho Medium" panose="02020500000000000000" pitchFamily="17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DD4706-C196-66D9-E696-A58AADB973E6}"/>
              </a:ext>
            </a:extLst>
          </p:cNvPr>
          <p:cNvSpPr txBox="1"/>
          <p:nvPr/>
        </p:nvSpPr>
        <p:spPr>
          <a:xfrm>
            <a:off x="1194317" y="4357693"/>
            <a:ext cx="8378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25sp</a:t>
            </a:r>
            <a:r>
              <a:rPr lang="zh-CN" altLang="en-US" dirty="0">
                <a:hlinkClick r:id="rId2"/>
              </a:rPr>
              <a:t>操作系统训练营四阶段技术总结报告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16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05FFD-DAE2-CA4A-C449-B6CADED84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626FA5-163A-09CA-EE13-63B063452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能力收获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455973-DCFC-9A98-11B1-5F762F4DF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</a:rPr>
              <a:t>1. 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</a:rPr>
              <a:t>在读文档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</a:rPr>
              <a:t>-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</a:rPr>
              <a:t>做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lab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的过程中训练了快速掌握知识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-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分析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-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应用的流程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, 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更加重视实践的意义</a:t>
            </a:r>
            <a:endParaRPr lang="en-US" altLang="zh-CN" dirty="0">
              <a:latin typeface="霞鹜文楷" panose="02020500000000000000" pitchFamily="18" charset="-122"/>
              <a:ea typeface="霞鹜文楷" panose="02020500000000000000" pitchFamily="18" charset="-122"/>
              <a:cs typeface="Cascadia Code Light" panose="020B0609020000020004" pitchFamily="49" charset="0"/>
            </a:endParaRPr>
          </a:p>
          <a:p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2. 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第一次看这样规模的工程代码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, 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练习了借助工具掌握代码的能力 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(</a:t>
            </a:r>
            <a:r>
              <a:rPr lang="en-US" altLang="zh-CN" dirty="0" err="1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deepwiki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 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和 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rust-analyzer 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立大功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)</a:t>
            </a:r>
          </a:p>
          <a:p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3. 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写总结文档和博客的能力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, 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清晰复述自己学习成果的能力</a:t>
            </a:r>
            <a:endParaRPr lang="en-US" altLang="zh-CN" dirty="0">
              <a:latin typeface="霞鹜文楷" panose="02020500000000000000" pitchFamily="18" charset="-122"/>
              <a:ea typeface="霞鹜文楷" panose="02020500000000000000" pitchFamily="18" charset="-122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949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20844-73C2-2501-DC1E-B6D8DA887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F2089-C36C-9022-0BFE-DACFC009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三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未来展望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F48FFD-EBD9-E6C5-5412-B6608E211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</a:rPr>
              <a:t>1. 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</a:rPr>
              <a:t>读 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</a:rPr>
              <a:t>OSTEP, “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</a:rPr>
              <a:t>学而不思则罔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</a:rPr>
              <a:t>, 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</a:rPr>
              <a:t>思而不学则殆</a:t>
            </a:r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</a:rPr>
              <a:t>”, 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</a:rPr>
              <a:t>既要有实践也要有深入的原理阅读</a:t>
            </a:r>
            <a:endParaRPr lang="en-US" altLang="zh-CN" dirty="0">
              <a:latin typeface="霞鹜文楷" panose="02020500000000000000" pitchFamily="18" charset="-122"/>
              <a:ea typeface="霞鹜文楷" panose="02020500000000000000" pitchFamily="18" charset="-122"/>
            </a:endParaRPr>
          </a:p>
          <a:p>
            <a:r>
              <a:rPr lang="en-US" altLang="zh-CN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2. </a:t>
            </a:r>
            <a:r>
              <a:rPr lang="zh-CN" altLang="en-US" dirty="0">
                <a:latin typeface="霞鹜文楷" panose="02020500000000000000" pitchFamily="18" charset="-122"/>
                <a:ea typeface="霞鹜文楷" panose="02020500000000000000" pitchFamily="18" charset="-122"/>
                <a:cs typeface="Cascadia Code Light" panose="020B0609020000020004" pitchFamily="49" charset="0"/>
              </a:rPr>
              <a:t>把四阶段未能实现的功能实现</a:t>
            </a:r>
            <a:endParaRPr lang="en-US" altLang="zh-CN" dirty="0">
              <a:latin typeface="霞鹜文楷" panose="02020500000000000000" pitchFamily="18" charset="-122"/>
              <a:ea typeface="霞鹜文楷" panose="02020500000000000000" pitchFamily="18" charset="-122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450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356</Words>
  <Application>Microsoft Office PowerPoint</Application>
  <PresentationFormat>宽屏</PresentationFormat>
  <Paragraphs>19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华文中宋</vt:lpstr>
      <vt:lpstr>Arial</vt:lpstr>
      <vt:lpstr>黑体</vt:lpstr>
      <vt:lpstr>等线 Light</vt:lpstr>
      <vt:lpstr>Cascadia Code Light</vt:lpstr>
      <vt:lpstr>BIZ UDMincho Medium</vt:lpstr>
      <vt:lpstr>霞鹜文楷</vt:lpstr>
      <vt:lpstr>等线</vt:lpstr>
      <vt:lpstr>Office 主题​​</vt:lpstr>
      <vt:lpstr>操作系统训练营：我的收获与思考</vt:lpstr>
      <vt:lpstr>一.心得概括</vt:lpstr>
      <vt:lpstr>一.心得概括</vt:lpstr>
      <vt:lpstr>一.心得概括</vt:lpstr>
      <vt:lpstr>二.能力收获</vt:lpstr>
      <vt:lpstr>三. 未来展望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Amiriox Makinohara</dc:creator>
  <cp:lastModifiedBy>Amiriox Makinohara</cp:lastModifiedBy>
  <cp:revision>109</cp:revision>
  <dcterms:created xsi:type="dcterms:W3CDTF">2025-06-21T05:28:43Z</dcterms:created>
  <dcterms:modified xsi:type="dcterms:W3CDTF">2025-06-21T09:42:41Z</dcterms:modified>
</cp:coreProperties>
</file>